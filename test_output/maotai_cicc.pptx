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41E3A"/>
                </a:solidFill>
                <a:latin typeface="Noto Sans CJK SC"/>
              </a:defRPr>
            </a:pPr>
            <a:r>
              <a:t>贵州茅台 (600519)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0000"/>
                </a:solidFill>
                <a:latin typeface="Noto Sans CJK SC"/>
              </a:defRPr>
            </a:pPr>
            <a:r>
              <a:t>白酒/消费 | 买入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FinRobot  | 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73152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Noto Sans CJK SC"/>
              </a:defRPr>
            </a:pPr>
            <a:r>
              <a:t>公司概况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Noto Sans CJK SC"/>
              </a:defRPr>
            </a:pPr>
            <a:r>
              <a:t>业务概况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5156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Noto Sans CJK SC"/>
              </a:defRPr>
            </a:pPr>
            <a:r>
              <a:t>贵州茅台是中国领先的白酒制造企业，专注于高端酱香型白酒的生产与销售。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Noto Sans CJK SC"/>
              </a:defRPr>
            </a:pPr>
            <a:r>
              <a:t>  •  2024年营收1709亿元，同比增长15.7%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Noto Sans CJK SC"/>
              </a:defRPr>
            </a:pPr>
            <a:r>
              <a:t>  •  EBITDA利润率70%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Noto Sans CJK SC"/>
              </a:defRPr>
            </a:pPr>
            <a:r>
              <a:t>  •  毛利率91.9%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Noto Sans CJK SC"/>
              </a:defRPr>
            </a:pPr>
            <a:r>
              <a:t>  •  EPS 68.64元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Noto Sans CJK SC"/>
              </a:defRPr>
            </a:pPr>
            <a:r>
              <a:t>财务数据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1143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2024A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2023A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2022A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营收(亿)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1709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1477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1241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净利润(亿)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862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747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627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68.64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59.49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49.93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Noto Sans CJK SC"/>
              </a:defRPr>
            </a:pPr>
            <a:r>
              <a:t>投资要点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5156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贵州茅台凭借卓越的品牌力、稳定的盈利能力和持续的市场扩展，继续引领中国高端白酒市场。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投资建议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CJK SC"/>
              </a:defRPr>
            </a:pPr>
            <a:r>
              <a:t>✓  评级：买入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CJK SC"/>
              </a:defRPr>
            </a:pPr>
            <a:r>
              <a:t>✓  目标价：¥1,800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CJK SC"/>
              </a:defRPr>
            </a:pPr>
            <a:r>
              <a:t>✓  当前价：¥1,460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CJK SC"/>
              </a:defRPr>
            </a:pPr>
            <a:r>
              <a:t>✓  上行空间：23.3%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